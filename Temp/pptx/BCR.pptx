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9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5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0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2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3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1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8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6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5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8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2271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66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14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44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25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1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4BAB9A9-B5F0-41FA-927B-5F0896205F34}" type="datetimeFigureOut">
              <a:rPr lang="en-US" smtClean="0"/>
              <a:t>09/05/2016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80D31-E085-4CBB-A103-5BFE77679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46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336" y="240500"/>
            <a:ext cx="1170432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US" sz="32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Continuity Readiness-Learning Exercise </a:t>
            </a:r>
            <a:r>
              <a:rPr lang="en-US" sz="32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BCR)</a:t>
            </a:r>
          </a:p>
          <a:p>
            <a:endParaRPr lang="en-US" sz="2800" b="1" dirty="0">
              <a:solidFill>
                <a:srgbClr val="000099"/>
              </a:solidFill>
              <a:latin typeface="Helv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Dear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Students,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two-day Business Continuity Readiness-Learning (BCR-L) Exercise involving all Schools/Divisions will be conducted in May 2016.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the exercise,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your emails regularly to check the day of the exercise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that your notebooks are correctly set up for off-campus synchronous lectures using Blackboard Collaborate Launcher (new feature)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exercise,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required to be off-campus (e.g. home) to attend lessons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your time-table to login to the ‘module-in-session’ in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the announcement and carry out the online activities as instructed</a:t>
            </a:r>
          </a:p>
          <a:p>
            <a:endParaRPr lang="en-US" sz="1600" b="0" i="0" strike="noStrike" baseline="0" dirty="0" smtClean="0">
              <a:solidFill>
                <a:srgbClr val="000000"/>
              </a:solidFill>
              <a:latin typeface="Helv"/>
            </a:endParaRPr>
          </a:p>
        </p:txBody>
      </p:sp>
    </p:spTree>
    <p:extLst>
      <p:ext uri="{BB962C8B-B14F-4D97-AF65-F5344CB8AC3E}">
        <p14:creationId xmlns:p14="http://schemas.microsoft.com/office/powerpoint/2010/main" val="309067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</vt:lpstr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</vt:vector>
  </TitlesOfParts>
  <Company>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 Jye Wee</dc:creator>
  <cp:lastModifiedBy>Koh Hui Ling</cp:lastModifiedBy>
  <cp:revision>2</cp:revision>
  <dcterms:created xsi:type="dcterms:W3CDTF">2015-11-27T03:55:10Z</dcterms:created>
  <dcterms:modified xsi:type="dcterms:W3CDTF">2016-05-09T01:05:11Z</dcterms:modified>
</cp:coreProperties>
</file>